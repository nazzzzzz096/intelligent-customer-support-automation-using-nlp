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15471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7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0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68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7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1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7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943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6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1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48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54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45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81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15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3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4608447"/>
          </a:xfrm>
        </p:spPr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rPr dirty="0"/>
              <a:t>Intelligent Customer Support Automation Using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Automates customer complaint analysis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Predicts sentiment, severity, and intent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Generates safe responses using Gemini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Useful for finance &amp; customer service industries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CFPB Consumer Complaints Dataset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1M+ customer issues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Fields used: complaint text, issue, category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dirty="0"/>
              <a:t>Workflow: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rPr dirty="0"/>
              <a:t>User →</a:t>
            </a:r>
            <a:r>
              <a:rPr lang="en-GB" dirty="0" err="1"/>
              <a:t>Streamlit</a:t>
            </a:r>
            <a:r>
              <a:rPr lang="en-US" dirty="0"/>
              <a:t> →</a:t>
            </a:r>
            <a:r>
              <a:rPr dirty="0"/>
              <a:t> </a:t>
            </a:r>
            <a:r>
              <a:rPr dirty="0" err="1"/>
              <a:t>FastAPI</a:t>
            </a:r>
            <a:r>
              <a:rPr dirty="0"/>
              <a:t> → NLP Models → Gemini →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NLP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Sentiment Classification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Severity Prediction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Intent Classification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All fine‑tuned on CFPB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Text preprocessing (cleaning, tokenization)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Train/validation split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Transformer-based classification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FastAPI backend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ModelRegistry for safe loading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S3 for model storage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Environment‑controlled loading for CI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Response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Gemini generates safe, empathetic replies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Strict safety constraints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Custom prompt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Frontend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Streamlit-based interface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Calls FastAPI endpoint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Real-time predictions and responses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Containerization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Dockerized app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Multi-stage build optimization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Small image footprint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Kubernetes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Deployed in Docker Desktop K8s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Deployment &amp; Service YAML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Secrets for AWS &amp; Gemini keys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0F0F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Robust automated support system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Scalable and secure architecture</a:t>
            </a:r>
          </a:p>
          <a:p>
            <a:pPr>
              <a:defRPr sz="2400">
                <a:solidFill>
                  <a:srgbClr val="F0F0F0"/>
                </a:solidFill>
              </a:defRPr>
            </a:pPr>
            <a:r>
              <a:t>• Ready for enterprise integration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</TotalTime>
  <Words>212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Intelligent Customer Support Automation Using NLP</vt:lpstr>
      <vt:lpstr>Project Overview</vt:lpstr>
      <vt:lpstr>Dataset</vt:lpstr>
      <vt:lpstr>System Architecture</vt:lpstr>
      <vt:lpstr>NLP Models Used</vt:lpstr>
      <vt:lpstr>Model Training</vt:lpstr>
      <vt:lpstr>Model Deployment</vt:lpstr>
      <vt:lpstr>Response Generation</vt:lpstr>
      <vt:lpstr>Frontend UI</vt:lpstr>
      <vt:lpstr>Containerization</vt:lpstr>
      <vt:lpstr>Kubernetes Deployment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Nazina .N</cp:lastModifiedBy>
  <cp:revision>2</cp:revision>
  <dcterms:created xsi:type="dcterms:W3CDTF">2013-01-27T09:14:16Z</dcterms:created>
  <dcterms:modified xsi:type="dcterms:W3CDTF">2025-12-09T20:44:48Z</dcterms:modified>
  <cp:category/>
</cp:coreProperties>
</file>